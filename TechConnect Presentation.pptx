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"/>
      <p:regular r:id="rId16"/>
      <p:bold r:id="rId17"/>
      <p:italic r:id="rId18"/>
      <p:boldItalic r:id="rId19"/>
    </p:embeddedFont>
    <p:embeddedFont>
      <p:font typeface="Space Grotesk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SpaceGrotes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9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26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20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68503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E44AD"/>
                </a:solidFill>
                <a:latin typeface="Inter"/>
                <a:ea typeface="Inter"/>
                <a:cs typeface="Inter"/>
                <a:sym typeface="Inter"/>
              </a:rPr>
              <a:t>PRESENTATION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094607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NAME: TECHCONNECT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991742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Course: Introduction to Software Engineering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09625" y="3744217"/>
            <a:ext cx="108108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Project Statement: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Individuals with skills face challenges monetizing their abilities.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09625" y="4268092"/>
            <a:ext cx="10810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Group Members: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NILS, COURAGE, ARNOLD, JOHN, EMMANUEL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09625" y="4953892"/>
            <a:ext cx="10810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Date:</a:t>
            </a:r>
            <a:r>
              <a:rPr b="0" i="0" lang="en-US" sz="13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23/04/2026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89083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Challenges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319462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Countless students and individuals possess tech skills but struggle to find paid work.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157662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Affected: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Self-taught individuals and skilled experts without platforms.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286500" y="289083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Without a Solution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53200" y="3262312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67500" y="3262312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Individuals get scammed or work for free.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53200" y="3576637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67500" y="3576637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Clients cannot find reliable local talent.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53200" y="3890962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67500" y="3890962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Skilled people give up on their careers.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8E44AD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STATEMENT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7437"/>
            <a:ext cx="3555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357437"/>
            <a:ext cx="3555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357437"/>
            <a:ext cx="35559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66775" y="3167062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Platform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66775" y="3767137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Connects skilled people to paid projects with safe, milestone-based payments.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613225" y="3167062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Escrow System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613225" y="3767137"/>
            <a:ext cx="29654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Clients deposit money via simulated Nkwa Pay. Funds are released after milestone approval.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59675" y="3167062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Revenue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59675" y="3767137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10% Commission on each completed transaction keeps the platform sustainable.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681287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68128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68128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8E44AD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TECHCONNECT SOLUTION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2725"/>
            <a:ext cx="3555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752725"/>
            <a:ext cx="3555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752725"/>
            <a:ext cx="355595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/>
          <p:nvPr/>
        </p:nvSpPr>
        <p:spPr>
          <a:xfrm>
            <a:off x="571500" y="2276475"/>
            <a:ext cx="11049000" cy="28575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714375" y="2324100"/>
            <a:ext cx="10763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IMPLEMENTED BY: NILS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66775" y="3562350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Registration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66775" y="4162425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User sign-up with role selection (Skilled/Client) and simulated email verification.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613225" y="3562350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Local Storage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613225" y="4162425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Used Browser </a:t>
            </a: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localStorage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 to persist user data and session state for the MVP.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359675" y="3562350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Profile Engine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359675" y="4162425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Editable bio, skill selection component, and base64 profile picture handling.</a:t>
            </a:r>
            <a:endParaRPr/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765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30765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307657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8E44AD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AUTH &amp; PROFILE MANAGEMENT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/>
          <p:nvPr/>
        </p:nvSpPr>
        <p:spPr>
          <a:xfrm>
            <a:off x="571500" y="2119312"/>
            <a:ext cx="11049000" cy="28575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714375" y="2166937"/>
            <a:ext cx="10763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IMPLEMENTED BY: COURAGE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6677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Post-Job Form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66775" y="4005262"/>
            <a:ext cx="29654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Client form with budget validation, future deadline checks, and milestone definitions.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61322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Job Dashboard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4613225" y="4005262"/>
            <a:ext cx="29654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Search and filter system by title, description, or skill keyword using localStorage queries.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35967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Matching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359675" y="4005262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Logic to recommend jobs to skilled users based on their profile expertise.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1941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9194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91941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8E44AD"/>
                </a:solidFill>
                <a:latin typeface="Space Grotesk"/>
                <a:ea typeface="Space Grotesk"/>
                <a:cs typeface="Space Grotesk"/>
                <a:sym typeface="Space Grotesk"/>
              </a:rPr>
              <a:t>JOB POSTING &amp; DISCOVERY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571500" y="2119312"/>
            <a:ext cx="11049000" cy="28575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14375" y="2166937"/>
            <a:ext cx="10763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IMPLEMENTED BY: JOHN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6677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Hiring System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66775" y="4005262"/>
            <a:ext cx="29654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Offers management where freelancers accept/decline client proposals within 48 hours.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461322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Milestone Review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4613225" y="4005262"/>
            <a:ext cx="29654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Interface for clients to approve work or request changes (max 3 revision rounds).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35967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Manual Testing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359675" y="4005262"/>
            <a:ext cx="29654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Verified all user flows, responsive design, and localStorage data integrity checks.</a:t>
            </a:r>
            <a:endParaRPr/>
          </a:p>
        </p:txBody>
      </p:sp>
      <p:pic>
        <p:nvPicPr>
          <p:cNvPr descr="image.png" id="185" name="Google Shape;18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194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9194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9194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8E44AD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WORKFLOW &amp; TESTING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571500" y="2119312"/>
            <a:ext cx="11049000" cy="28575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714375" y="2166937"/>
            <a:ext cx="10763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IMPLEMENTED BY: ARNOLD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6677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Nkwa Pay (Simulated)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66775" y="4005262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Integrated a simulated flow for client deposits and escrow fund release logic.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461322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Fee Deduction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4613225" y="4005262"/>
            <a:ext cx="29654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Automated logic to deduct 10% commission from payments before reaching freelancer wallets.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35967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 Hosting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359675" y="4005262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Code version control and deployment management via </a:t>
            </a: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GitHub Pages/Repo</a:t>
            </a: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06" name="Google Shape;20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194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91941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919412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8E44AD"/>
                </a:solidFill>
                <a:latin typeface="Space Grotesk"/>
                <a:ea typeface="Space Grotesk"/>
                <a:cs typeface="Space Grotesk"/>
                <a:sym typeface="Space Grotesk"/>
              </a:rPr>
              <a:t>PAYMENTS &amp; DEPLOYMENT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595562"/>
            <a:ext cx="35559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/>
          <p:nvPr/>
        </p:nvSpPr>
        <p:spPr>
          <a:xfrm>
            <a:off x="571500" y="2119312"/>
            <a:ext cx="11049000" cy="28575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714375" y="2166937"/>
            <a:ext cx="10763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IMPLEMENTED BY: EMMANUEL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86677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Rating System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66775" y="4005262"/>
            <a:ext cx="29654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Post-job feedback loop allowing both parties to rate performance on a 1-5 star scale.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461322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Admin Dashboard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4613225" y="4005262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Moderation tools to view users, suspend accounts, and resolve job disputes.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59675" y="3405187"/>
            <a:ext cx="311367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Dispute Freeze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8359675" y="4005262"/>
            <a:ext cx="29654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Admin feature to freeze milestone funds until manual resolution is confirmed.</a:t>
            </a:r>
            <a:endParaRPr/>
          </a:p>
        </p:txBody>
      </p:sp>
      <p:pic>
        <p:nvPicPr>
          <p:cNvPr descr="image.png" id="227" name="Google Shape;22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194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91941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919412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8E44AD"/>
                </a:solidFill>
                <a:latin typeface="Space Grotesk"/>
                <a:ea typeface="Space Grotesk"/>
                <a:cs typeface="Space Grotesk"/>
                <a:sym typeface="Space Grotesk"/>
              </a:rPr>
              <a:t>ADMIN &amp; REPUTATION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571500" y="289083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Agile?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571500" y="3319462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Built in small, iterative phases. We adapted to changes like switching from Firebase to Local Storage easily.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555371" y="4383562"/>
            <a:ext cx="5334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Works perfectly for a team of 5 members working in parallel modules.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286500" y="2890837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1E1E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it fits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553200" y="3262312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667500" y="3262312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Frequent testing and feedback loops.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553200" y="3576637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667500" y="3576637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Incremental delivery of features (Auth → Jobs → Payments).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553200" y="4205287"/>
            <a:ext cx="11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667500" y="4205287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Easier to fix mistakes during the sprint.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8E44AD"/>
                </a:solidFill>
                <a:latin typeface="Space Grotesk"/>
                <a:ea typeface="Space Grotesk"/>
                <a:cs typeface="Space Grotesk"/>
                <a:sym typeface="Space Grotesk"/>
              </a:rPr>
              <a:t>CHOSEN MODEL: AGILE</a:t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295275" y="2013644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8E44AD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71500" y="291078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TechConnect helps skilled people earn money safely.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571500" y="432048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44444"/>
                </a:solidFill>
                <a:latin typeface="Inter"/>
                <a:ea typeface="Inter"/>
                <a:cs typeface="Inter"/>
                <a:sym typeface="Inter"/>
              </a:rPr>
              <a:t>THIS IS THE END OF THE PRESENTATION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